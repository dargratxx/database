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Автор и дата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12" name="Заголовок презентации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Вид изнутри каменной конструкции на лестницу и ясное голубое небо"/>
          <p:cNvSpPr/>
          <p:nvPr>
            <p:ph type="pic" idx="21"/>
          </p:nvPr>
        </p:nvSpPr>
        <p:spPr>
          <a:xfrm>
            <a:off x="0" y="-1270000"/>
            <a:ext cx="24384000" cy="16272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Заголовок презентации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23" name="Автор и дата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Современное белое здание со стеклянными панелями на фоне ясного голубого неба"/>
          <p:cNvSpPr/>
          <p:nvPr>
            <p:ph type="pic" idx="21"/>
          </p:nvPr>
        </p:nvSpPr>
        <p:spPr>
          <a:xfrm>
            <a:off x="92710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Заголовок слайда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Заголовок слайда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43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Небольшая часть современного моста в виде ракушки в Циндао (Шаньдун, Китай) под небом с редкими облаками"/>
          <p:cNvSpPr/>
          <p:nvPr>
            <p:ph type="pic" idx="22"/>
          </p:nvPr>
        </p:nvSpPr>
        <p:spPr>
          <a:xfrm>
            <a:off x="9271000" y="1263848"/>
            <a:ext cx="16773843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мелк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круп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Заголовок раздела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Заголовок раздела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10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Заголовок повестки дня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повестки дня</a:t>
            </a:r>
          </a:p>
        </p:txBody>
      </p:sp>
      <p:sp>
        <p:nvSpPr>
          <p:cNvPr id="109" name="Подзаголовок повестки дня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повестки дня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Темы повестки дня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Информационное сообщение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Информация о факте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Информация о факте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Авторство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Авторство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«Важная цитата»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Вид под углом снизу на фасад современного здания с алюминиевыми дисками под ясным голубым небом"/>
          <p:cNvSpPr/>
          <p:nvPr>
            <p:ph type="pic" sz="quarter" idx="21"/>
          </p:nvPr>
        </p:nvSpPr>
        <p:spPr>
          <a:xfrm>
            <a:off x="15417800" y="1270000"/>
            <a:ext cx="8144934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Вид под углом снизу на современное изогнутое здание под облачным небом"/>
          <p:cNvSpPr/>
          <p:nvPr>
            <p:ph type="pic" sz="quarter" idx="22"/>
          </p:nvPr>
        </p:nvSpPr>
        <p:spPr>
          <a:xfrm>
            <a:off x="15443200" y="7086600"/>
            <a:ext cx="8138580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Вид изнутри современного белого здания со стеклянными панелями на ясное небо с редкими облаками"/>
          <p:cNvSpPr/>
          <p:nvPr>
            <p:ph type="pic" idx="23"/>
          </p:nvPr>
        </p:nvSpPr>
        <p:spPr>
          <a:xfrm>
            <a:off x="-124635" y="1270000"/>
            <a:ext cx="16840169" cy="1124371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Вид под углом снизу на башню Азади в Тегеране (Иран) на фоне безоблачного ясного неба"/>
          <p:cNvSpPr/>
          <p:nvPr>
            <p:ph type="pic" idx="21"/>
          </p:nvPr>
        </p:nvSpPr>
        <p:spPr>
          <a:xfrm>
            <a:off x="0" y="-1282700"/>
            <a:ext cx="24384000" cy="16281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C5D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Заголовок слайда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Darina Burdyaeva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Darina Burdyaeva</a:t>
            </a:r>
          </a:p>
        </p:txBody>
      </p:sp>
      <p:sp>
        <p:nvSpPr>
          <p:cNvPr id="172" name="School Management System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School Management System</a:t>
            </a:r>
          </a:p>
        </p:txBody>
      </p:sp>
      <p:sp>
        <p:nvSpPr>
          <p:cNvPr id="173" name="Этот проект представляет собой базу данных для управления школьной системой.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457200">
              <a:defRPr b="0" sz="3200"/>
            </a:pPr>
            <a:r>
              <a:t>Этот проект представляет собой базу данных для управления школьной системой.</a:t>
            </a:r>
          </a:p>
          <a:p>
            <a:pPr defTabSz="457200">
              <a:defRPr b="0" sz="3200"/>
            </a:pPr>
            <a:r>
              <a:t>Она хранит информацию о студентах, учителях, предметах, расписании и оценках.</a:t>
            </a:r>
          </a:p>
          <a:p>
            <a:pPr defTabSz="457200">
              <a:defRPr b="0" sz="3200"/>
            </a:pPr>
            <a:r>
              <a:t>Цель - показать, как такие данные можно организовать в структуре реляционной базы.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Концептуальная модель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Концептуальная модель</a:t>
            </a:r>
          </a:p>
        </p:txBody>
      </p:sp>
      <p:sp>
        <p:nvSpPr>
          <p:cNvPr id="176" name="На концептуальной ER-диаграмме видно основные сущности и их атрибуты: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457200">
              <a:defRPr b="0" sz="3200"/>
            </a:lvl1pPr>
          </a:lstStyle>
          <a:p>
            <a:pPr/>
            <a:r>
              <a:t>На концептуальной ER-диаграмме видно основные сущности и их атрибуты:</a:t>
            </a:r>
          </a:p>
        </p:txBody>
      </p:sp>
      <p:pic>
        <p:nvPicPr>
          <p:cNvPr id="177" name="conceptual.png" descr="conceptual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0265" y="3360148"/>
            <a:ext cx="17087154" cy="92194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Логическая модель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Логическая модель</a:t>
            </a:r>
          </a:p>
        </p:txBody>
      </p:sp>
      <p:sp>
        <p:nvSpPr>
          <p:cNvPr id="180" name="Логическая модель показывает таблицы базы данных.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457200">
              <a:defRPr b="0"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Логическая модель показывает таблицы базы данных.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